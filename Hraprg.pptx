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Cinzel"/>
      <p:regular r:id="rId16"/>
      <p:bold r:id="rId17"/>
    </p:embeddedFont>
    <p:embeddedFont>
      <p:font typeface="Rubik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ubik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ubik-boldItalic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Cinzel-bold.fntdata"/><Relationship Id="rId16" Type="http://schemas.openxmlformats.org/officeDocument/2006/relationships/font" Target="fonts/Cinzel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ubik-bold.fntdata"/><Relationship Id="rId6" Type="http://schemas.openxmlformats.org/officeDocument/2006/relationships/slide" Target="slides/slide1.xml"/><Relationship Id="rId18" Type="http://schemas.openxmlformats.org/officeDocument/2006/relationships/font" Target="fonts/Rubi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75622" y="2445990"/>
            <a:ext cx="604075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VSTUP DO MORIE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19450" y="3455640"/>
            <a:ext cx="5753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0A0"/>
                </a:solidFill>
                <a:latin typeface="Rubik"/>
                <a:ea typeface="Rubik"/>
                <a:cs typeface="Rubik"/>
                <a:sym typeface="Rubik"/>
              </a:rPr>
              <a:t>WPF mini-hra inspirovaná Pánem Prstenů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19450" y="4202310"/>
            <a:ext cx="575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PROJEKT DO ŠKOLY • </a:t>
            </a:r>
            <a:r>
              <a:rPr lang="en-US" sz="1200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II</a:t>
            </a:r>
            <a:r>
              <a:rPr b="0" i="0" lang="en-US" sz="1200" u="none" cap="none" strike="noStrike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. ROČNÍK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2509837"/>
            <a:ext cx="5267325" cy="2819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09837"/>
            <a:ext cx="5267325" cy="28192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81075" y="2900362"/>
            <a:ext cx="4710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Inspirace LotR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81075" y="3376612"/>
            <a:ext cx="44862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Určitě znáte tu scénu z Pána Prstenů, jak stojí před zavřenou bránou do Morie a řeší hádanku </a:t>
            </a:r>
            <a:r>
              <a:rPr b="0" i="1" lang="en-US" sz="135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"Mluv, příteli, a vejdi"</a:t>
            </a:r>
            <a:r>
              <a:rPr b="0" i="0" lang="en-US" sz="135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81075" y="4294733"/>
            <a:ext cx="44862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Mám rád pána prstenů tak jsem udělal tohle</a:t>
            </a:r>
            <a:endParaRPr sz="13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(nejsem kreativní člověk)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2900362"/>
            <a:ext cx="47106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Styl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376612"/>
            <a:ext cx="44862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Puzzle</a:t>
            </a:r>
            <a:endParaRPr sz="23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Fantasy</a:t>
            </a:r>
            <a:endParaRPr sz="23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4294733"/>
            <a:ext cx="448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90550" y="590550"/>
            <a:ext cx="1156144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O CO VLASTNĚ JDE?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90550" y="1171575"/>
            <a:ext cx="110109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52662"/>
            <a:ext cx="52673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90550" y="2252662"/>
            <a:ext cx="55306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WPF, C# a Canvas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90550" y="2728912"/>
            <a:ext cx="5267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Celý </a:t>
            </a:r>
            <a:r>
              <a:rPr b="0" i="0" lang="en-US" sz="165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projekt jsem napsal v </a:t>
            </a:r>
            <a:r>
              <a:rPr b="1" i="0" lang="en-US" sz="165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C# a WPF</a:t>
            </a:r>
            <a:r>
              <a:rPr b="0" i="0" lang="en-US" sz="1350" u="none" cap="none" strike="noStrike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90550" y="3372742"/>
            <a:ext cx="52674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AI mi pomohlo:</a:t>
            </a:r>
            <a:br>
              <a:rPr lang="en-US" sz="15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-US" sz="15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Kódem Canvas, který je na výměnu images</a:t>
            </a:r>
            <a:endParaRPr sz="15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Pomoc s logikou klikání </a:t>
            </a:r>
            <a:endParaRPr sz="160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Správné napojení herní smyčky</a:t>
            </a:r>
            <a:endParaRPr sz="17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90550" y="590550"/>
            <a:ext cx="1156144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JAK JSEM TO KÓDIL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90550" y="1171575"/>
            <a:ext cx="110109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250" y="1728000"/>
            <a:ext cx="10295849" cy="359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3425250" y="2006563"/>
            <a:ext cx="534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Generováno přes AI</a:t>
            </a:r>
            <a:endParaRPr sz="3600"/>
          </a:p>
        </p:txBody>
      </p:sp>
      <p:sp>
        <p:nvSpPr>
          <p:cNvPr id="121" name="Google Shape;121;p16"/>
          <p:cNvSpPr txBox="1"/>
          <p:nvPr/>
        </p:nvSpPr>
        <p:spPr>
          <a:xfrm>
            <a:off x="981075" y="2916000"/>
            <a:ext cx="9700200" cy="15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Na rovinu měli jsem projekt do grafiky a byl jsem lenošný to kreslit když už jsem musel kreslit to POGU.</a:t>
            </a:r>
            <a:endParaRPr sz="23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>
                <a:solidFill>
                  <a:srgbClr val="E0E0E0"/>
                </a:solidFill>
                <a:latin typeface="Rubik"/>
                <a:ea typeface="Rubik"/>
                <a:cs typeface="Rubik"/>
                <a:sym typeface="Rubik"/>
              </a:rPr>
              <a:t>Aspoň to vypadá lépe než kdybych to dělal já.</a:t>
            </a:r>
            <a:endParaRPr sz="2350">
              <a:solidFill>
                <a:srgbClr val="E0E0E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90550" y="590550"/>
            <a:ext cx="1156144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KDE JSEM VZAL GRAFIKU?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90550" y="1171575"/>
            <a:ext cx="110109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3462338" y="2673697"/>
            <a:ext cx="5267400" cy="15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0" u="none" cap="none" strike="noStrike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5h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90550" y="590550"/>
            <a:ext cx="1156144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KOLIK TO ZABRALO ČASU?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590550" y="1171575"/>
            <a:ext cx="110109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315277" y="2437507"/>
            <a:ext cx="1156144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4AF37"/>
                </a:solidFill>
                <a:latin typeface="Cinzel"/>
                <a:ea typeface="Cinzel"/>
                <a:cs typeface="Cinzel"/>
                <a:sym typeface="Cinzel"/>
              </a:rPr>
              <a:t>Díky moc!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90550" y="3447157"/>
            <a:ext cx="110109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0A0A0"/>
                </a:solidFill>
                <a:latin typeface="Rubik"/>
                <a:ea typeface="Rubik"/>
                <a:cs typeface="Rubik"/>
                <a:sym typeface="Rubik"/>
              </a:rPr>
              <a:t>To je ode mě všechno. Máte k tomu nějaké dotazy?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90550" y="4163317"/>
            <a:ext cx="1101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D700"/>
                </a:solidFill>
                <a:latin typeface="Cinzel"/>
                <a:ea typeface="Cinzel"/>
                <a:cs typeface="Cinzel"/>
                <a:sym typeface="Cinzel"/>
              </a:rPr>
              <a:t>BY: ME OFC </a:t>
            </a:r>
            <a:r>
              <a:rPr b="1" lang="en-US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©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D700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