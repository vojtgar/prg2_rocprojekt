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Cinzel" panose="020B0604020202020204" charset="-18"/>
      <p:regular r:id="rId9"/>
      <p:bold r:id="rId10"/>
    </p:embeddedFont>
    <p:embeddedFont>
      <p:font typeface="Roboto" panose="020F0502020204030204" pitchFamily="2" charset="0"/>
      <p:regular r:id="rId11"/>
      <p:bold r:id="rId12"/>
      <p:italic r:id="rId13"/>
      <p:boldItalic r:id="rId14"/>
    </p:embeddedFont>
    <p:embeddedFont>
      <p:font typeface="Rubik" panose="02000604000000020004" pitchFamily="2" charset="-79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3075622" y="2445990"/>
            <a:ext cx="6040755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D4AF37"/>
                </a:solidFill>
                <a:latin typeface="Cinzel"/>
                <a:ea typeface="Cinzel"/>
                <a:cs typeface="Cinzel"/>
                <a:sym typeface="Cinzel"/>
              </a:rPr>
              <a:t>VSTUP DO MORIE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219450" y="3455640"/>
            <a:ext cx="57531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A0A0A0"/>
                </a:solidFill>
                <a:latin typeface="Rubik"/>
                <a:ea typeface="Rubik"/>
                <a:cs typeface="Rubik"/>
                <a:sym typeface="Rubik"/>
              </a:rPr>
              <a:t>WPF mini-hra inspirovaná Pánem Prstenů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219450" y="4202310"/>
            <a:ext cx="5753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PROJEKT DO ŠKOLY • </a:t>
            </a:r>
            <a:r>
              <a:rPr lang="en-US" sz="1200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II</a:t>
            </a:r>
            <a:r>
              <a:rPr lang="en-US" sz="1200" b="0" i="0" u="none" strike="noStrike" cap="none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. ROČNÍK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0550" y="2509837"/>
            <a:ext cx="5267325" cy="2819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509837"/>
            <a:ext cx="5267325" cy="281925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981075" y="2900362"/>
            <a:ext cx="47106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Inspirace LotR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81075" y="3376612"/>
            <a:ext cx="44862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Určitě znáte tu scénu z Pána Prstenů, jak stojí před zavřenou bránou do Morie a řeší hádanku </a:t>
            </a:r>
            <a:r>
              <a:rPr lang="en-US" sz="1350" b="0" i="1" u="none" strike="noStrike" cap="none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"Mluv, příteli, a vejdi"</a:t>
            </a:r>
            <a:r>
              <a:rPr lang="en-US" sz="1350" b="0" i="0" u="none" strike="noStrike" cap="none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81075" y="4294733"/>
            <a:ext cx="44862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Mám rád pána prstenů tak jsem udělal tohle</a:t>
            </a:r>
            <a:endParaRPr sz="13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(nejsem kreativní člověk)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724650" y="2900362"/>
            <a:ext cx="47106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Styl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724650" y="3376612"/>
            <a:ext cx="4486200" cy="15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Puzzle</a:t>
            </a:r>
            <a:endParaRPr sz="23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Fantasy</a:t>
            </a:r>
            <a:endParaRPr sz="23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6724650" y="4294733"/>
            <a:ext cx="4486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590550" y="590550"/>
            <a:ext cx="1156144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D4AF37"/>
                </a:solidFill>
                <a:latin typeface="Cinzel"/>
                <a:ea typeface="Cinzel"/>
                <a:cs typeface="Cinzel"/>
                <a:sym typeface="Cinzel"/>
              </a:rPr>
              <a:t>O CO VLASTNĚ JDE?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590550" y="1171575"/>
            <a:ext cx="110109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252662"/>
            <a:ext cx="526732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90550" y="2252662"/>
            <a:ext cx="5530691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D4AF37"/>
                </a:solidFill>
                <a:latin typeface="Cinzel"/>
                <a:ea typeface="Cinzel"/>
                <a:cs typeface="Cinzel"/>
                <a:sym typeface="Cinzel"/>
              </a:rPr>
              <a:t>WPF, C# a Canvas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590550" y="2728912"/>
            <a:ext cx="52674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Celý </a:t>
            </a:r>
            <a:r>
              <a:rPr lang="en-US" sz="1650" b="0" i="0" u="none" strike="noStrike" cap="none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projekt jsem napsal v </a:t>
            </a:r>
            <a:r>
              <a:rPr lang="en-US" sz="1650" b="1" i="0" u="none" strike="noStrike" cap="none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C# a WPF</a:t>
            </a:r>
            <a:r>
              <a:rPr lang="en-US" sz="1350" b="0" i="0" u="none" strike="noStrike" cap="none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590550" y="3372742"/>
            <a:ext cx="5267400" cy="13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AI mi pomohlo:</a:t>
            </a:r>
            <a:br>
              <a:rPr lang="en-US" sz="15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</a:br>
            <a:r>
              <a:rPr lang="en-US" sz="15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Kódem Canvas, který je na výměnu images</a:t>
            </a:r>
            <a:endParaRPr sz="15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Pomoc s logikou klikání </a:t>
            </a:r>
            <a:endParaRPr sz="160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Správné napojení herní smyčky</a:t>
            </a:r>
            <a:endParaRPr sz="17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90550" y="590550"/>
            <a:ext cx="1156144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D4AF37"/>
                </a:solidFill>
                <a:latin typeface="Cinzel"/>
                <a:ea typeface="Cinzel"/>
                <a:cs typeface="Cinzel"/>
                <a:sym typeface="Cinzel"/>
              </a:rPr>
              <a:t>JAK JSEM TO KÓDIL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590550" y="1171575"/>
            <a:ext cx="110109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3250" y="1728000"/>
            <a:ext cx="10295849" cy="359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3425250" y="2006563"/>
            <a:ext cx="534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Generováno přes AI</a:t>
            </a:r>
            <a:endParaRPr sz="3600"/>
          </a:p>
        </p:txBody>
      </p:sp>
      <p:sp>
        <p:nvSpPr>
          <p:cNvPr id="121" name="Google Shape;121;p16"/>
          <p:cNvSpPr txBox="1"/>
          <p:nvPr/>
        </p:nvSpPr>
        <p:spPr>
          <a:xfrm>
            <a:off x="981075" y="2916000"/>
            <a:ext cx="9700200" cy="15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Na rovinu měli jsem projekt do grafiky a byl jsem lenošný to kreslit když už jsem musel kreslit to POGU.</a:t>
            </a:r>
            <a:endParaRPr sz="23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50">
                <a:solidFill>
                  <a:srgbClr val="E0E0E0"/>
                </a:solidFill>
                <a:latin typeface="Rubik"/>
                <a:ea typeface="Rubik"/>
                <a:cs typeface="Rubik"/>
                <a:sym typeface="Rubik"/>
              </a:rPr>
              <a:t>Aspoň to vypadá lépe než kdybych to dělal já.</a:t>
            </a:r>
            <a:endParaRPr sz="2350">
              <a:solidFill>
                <a:srgbClr val="E0E0E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590550" y="590550"/>
            <a:ext cx="1156144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D4AF37"/>
                </a:solidFill>
                <a:latin typeface="Cinzel"/>
                <a:ea typeface="Cinzel"/>
                <a:cs typeface="Cinzel"/>
                <a:sym typeface="Cinzel"/>
              </a:rPr>
              <a:t>KDE JSEM VZAL GRAFIKU?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90550" y="1171575"/>
            <a:ext cx="110109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3462338" y="2673697"/>
            <a:ext cx="5267400" cy="15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9750" b="1" dirty="0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18</a:t>
            </a:r>
            <a:r>
              <a:rPr lang="en-US" sz="9750" b="1" i="0" u="none" strike="noStrike" cap="none" dirty="0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h</a:t>
            </a:r>
            <a:endParaRPr dirty="0"/>
          </a:p>
        </p:txBody>
      </p:sp>
      <p:sp>
        <p:nvSpPr>
          <p:cNvPr id="130" name="Google Shape;130;p17"/>
          <p:cNvSpPr txBox="1"/>
          <p:nvPr/>
        </p:nvSpPr>
        <p:spPr>
          <a:xfrm>
            <a:off x="590550" y="590550"/>
            <a:ext cx="1156144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D4AF37"/>
                </a:solidFill>
                <a:latin typeface="Cinzel"/>
                <a:ea typeface="Cinzel"/>
                <a:cs typeface="Cinzel"/>
                <a:sym typeface="Cinzel"/>
              </a:rPr>
              <a:t>KOLIK TO ZABRALO ČASU?</a:t>
            </a:r>
            <a:endParaRPr/>
          </a:p>
        </p:txBody>
      </p:sp>
      <p:sp>
        <p:nvSpPr>
          <p:cNvPr id="131" name="Google Shape;131;p17"/>
          <p:cNvSpPr/>
          <p:nvPr/>
        </p:nvSpPr>
        <p:spPr>
          <a:xfrm>
            <a:off x="590550" y="1171575"/>
            <a:ext cx="110109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8"/>
          <p:cNvSpPr txBox="1"/>
          <p:nvPr/>
        </p:nvSpPr>
        <p:spPr>
          <a:xfrm>
            <a:off x="315277" y="2437507"/>
            <a:ext cx="11561445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D4AF37"/>
                </a:solidFill>
                <a:latin typeface="Cinzel"/>
                <a:ea typeface="Cinzel"/>
                <a:cs typeface="Cinzel"/>
                <a:sym typeface="Cinzel"/>
              </a:rPr>
              <a:t>Díky moc!</a:t>
            </a:r>
            <a:endParaRPr/>
          </a:p>
        </p:txBody>
      </p:sp>
      <p:sp>
        <p:nvSpPr>
          <p:cNvPr id="138" name="Google Shape;138;p18"/>
          <p:cNvSpPr txBox="1"/>
          <p:nvPr/>
        </p:nvSpPr>
        <p:spPr>
          <a:xfrm>
            <a:off x="590550" y="3447157"/>
            <a:ext cx="110109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A0A0A0"/>
                </a:solidFill>
                <a:latin typeface="Rubik"/>
                <a:ea typeface="Rubik"/>
                <a:cs typeface="Rubik"/>
                <a:sym typeface="Rubik"/>
              </a:rPr>
              <a:t>To je ode mě všechno. Máte k tomu nějaké dotazy?</a:t>
            </a:r>
            <a:endParaRPr/>
          </a:p>
        </p:txBody>
      </p:sp>
      <p:sp>
        <p:nvSpPr>
          <p:cNvPr id="139" name="Google Shape;139;p18"/>
          <p:cNvSpPr txBox="1"/>
          <p:nvPr/>
        </p:nvSpPr>
        <p:spPr>
          <a:xfrm>
            <a:off x="590550" y="4163317"/>
            <a:ext cx="11010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D700"/>
                </a:solidFill>
                <a:latin typeface="Cinzel"/>
                <a:ea typeface="Cinzel"/>
                <a:cs typeface="Cinzel"/>
                <a:sym typeface="Cinzel"/>
              </a:rPr>
              <a:t>BY: ME OFC </a:t>
            </a:r>
            <a:r>
              <a:rPr lang="en-US" sz="1500" b="1">
                <a:solidFill>
                  <a:schemeClr val="dk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©</a:t>
            </a:r>
            <a:endParaRPr sz="1500" b="1">
              <a:solidFill>
                <a:schemeClr val="dk1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D700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Širokoúhlá obrazovka</PresentationFormat>
  <Paragraphs>27</Paragraphs>
  <Slides>6</Slides>
  <Notes>6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6</vt:i4>
      </vt:variant>
    </vt:vector>
  </HeadingPairs>
  <TitlesOfParts>
    <vt:vector size="12" baseType="lpstr">
      <vt:lpstr>Cinzel</vt:lpstr>
      <vt:lpstr>Arial</vt:lpstr>
      <vt:lpstr>Calibri</vt:lpstr>
      <vt:lpstr>Roboto</vt:lpstr>
      <vt:lpstr>Rubik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Vojtěch Garžik</cp:lastModifiedBy>
  <cp:revision>1</cp:revision>
  <dcterms:modified xsi:type="dcterms:W3CDTF">2026-06-12T12:25:29Z</dcterms:modified>
</cp:coreProperties>
</file>